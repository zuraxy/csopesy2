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2" r:id="rId4"/>
    <p:sldId id="263" r:id="rId5"/>
    <p:sldId id="264" r:id="rId6"/>
    <p:sldId id="26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l Matthew Dela Cruz" userId="afd7fbc795c46ad9" providerId="LiveId" clId="{EABCF3CB-BEF9-4392-88E4-05668A4331AB}"/>
    <pc:docChg chg="custSel modSld">
      <pc:chgData name="Karl Matthew Dela Cruz" userId="afd7fbc795c46ad9" providerId="LiveId" clId="{EABCF3CB-BEF9-4392-88E4-05668A4331AB}" dt="2026-09-28T07:29:18.612" v="174" actId="20577"/>
      <pc:docMkLst>
        <pc:docMk/>
      </pc:docMkLst>
      <pc:sldChg chg="modSp mod">
        <pc:chgData name="Karl Matthew Dela Cruz" userId="afd7fbc795c46ad9" providerId="LiveId" clId="{EABCF3CB-BEF9-4392-88E4-05668A4331AB}" dt="2026-09-28T07:28:38.494" v="118" actId="1076"/>
        <pc:sldMkLst>
          <pc:docMk/>
          <pc:sldMk cId="54068130" sldId="258"/>
        </pc:sldMkLst>
        <pc:spChg chg="mod">
          <ac:chgData name="Karl Matthew Dela Cruz" userId="afd7fbc795c46ad9" providerId="LiveId" clId="{EABCF3CB-BEF9-4392-88E4-05668A4331AB}" dt="2026-09-28T07:28:33.401" v="117" actId="20577"/>
          <ac:spMkLst>
            <pc:docMk/>
            <pc:sldMk cId="54068130" sldId="258"/>
            <ac:spMk id="4" creationId="{FAE34C49-D143-485E-8838-0CDCB9F85848}"/>
          </ac:spMkLst>
        </pc:spChg>
        <pc:spChg chg="mod">
          <ac:chgData name="Karl Matthew Dela Cruz" userId="afd7fbc795c46ad9" providerId="LiveId" clId="{EABCF3CB-BEF9-4392-88E4-05668A4331AB}" dt="2026-09-28T07:28:38.494" v="118" actId="1076"/>
          <ac:spMkLst>
            <pc:docMk/>
            <pc:sldMk cId="54068130" sldId="258"/>
            <ac:spMk id="5" creationId="{8CA17FB6-71D5-41CD-B890-61BE47ED77B7}"/>
          </ac:spMkLst>
        </pc:spChg>
      </pc:sldChg>
      <pc:sldChg chg="modSp mod">
        <pc:chgData name="Karl Matthew Dela Cruz" userId="afd7fbc795c46ad9" providerId="LiveId" clId="{EABCF3CB-BEF9-4392-88E4-05668A4331AB}" dt="2026-09-28T07:29:18.612" v="174" actId="20577"/>
        <pc:sldMkLst>
          <pc:docMk/>
          <pc:sldMk cId="1820574644" sldId="260"/>
        </pc:sldMkLst>
        <pc:spChg chg="mod">
          <ac:chgData name="Karl Matthew Dela Cruz" userId="afd7fbc795c46ad9" providerId="LiveId" clId="{EABCF3CB-BEF9-4392-88E4-05668A4331AB}" dt="2026-09-28T07:29:18.612" v="174" actId="20577"/>
          <ac:spMkLst>
            <pc:docMk/>
            <pc:sldMk cId="1820574644" sldId="260"/>
            <ac:spMk id="4" creationId="{3CFFF386-1948-4AFA-8C2C-66618BCD7BF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4A173-43EC-A9C4-9F70-B712919C7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D6E9E4-E2B6-7ACB-1262-B2609F3172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71D3EF-0BB2-2F26-3BF5-C5CE999B53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C3AC3F-AF40-CE01-47B6-0C378336AFF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77675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1E72-84E5-A0FF-5921-C3A9AAD80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8443D9-59FC-9B02-B3F3-5A14F61686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3176DF-3D5E-FE86-0B8D-86B4085F1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1890EE-C444-21D2-BF80-2DB9C6D6831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068336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2DE46-B4AE-E740-BC5B-A49C45824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E55C93-5115-7C98-98C6-DA24588A00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E273C8-B98E-915C-8E8F-6C905F5E30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F7C782-E3D1-D8C7-4F9B-63FA4820F72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65322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FE11C-6642-C6AA-915B-73320B9EA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4DD837-F97E-951A-466D-F5C19779CB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D23171-AC63-ED69-BE58-5CAE43DD03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85AD57-DA0B-2C48-DAD0-EFDAC2B4261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11732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DBAF3E3-449E-4E28-81A7-8E14E32A199F}"/>
              </a:ext>
            </a:extLst>
          </p:cNvPr>
          <p:cNvSpPr>
            <a:spLocks noGrp="1"/>
          </p:cNvSpPr>
          <p:nvPr/>
        </p:nvSpPr>
        <p:spPr>
          <a:xfrm>
            <a:off x="762000" y="1076325"/>
            <a:ext cx="10668000" cy="876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0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PH" sz="4050" dirty="0">
                <a:solidFill>
                  <a:srgbClr val="202020"/>
                </a:solidFill>
                <a:latin typeface="Arial"/>
              </a:rPr>
              <a:t>CSOPESY Semi-Major Output 1</a:t>
            </a:r>
            <a:endParaRPr sz="4050" b="1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2D6A20-4461-464D-9C7D-7D622009547A}"/>
              </a:ext>
            </a:extLst>
          </p:cNvPr>
          <p:cNvSpPr>
            <a:spLocks noGrp="1"/>
          </p:cNvSpPr>
          <p:nvPr/>
        </p:nvSpPr>
        <p:spPr>
          <a:xfrm>
            <a:off x="800100" y="2076450"/>
            <a:ext cx="9525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325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Technical Report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48F4EE-AF8D-4D25-8CD8-6A8FDE32E866}"/>
              </a:ext>
            </a:extLst>
          </p:cNvPr>
          <p:cNvSpPr>
            <a:spLocks noGrp="1"/>
          </p:cNvSpPr>
          <p:nvPr/>
        </p:nvSpPr>
        <p:spPr>
          <a:xfrm>
            <a:off x="800100" y="3209925"/>
            <a:ext cx="10477500" cy="2428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Group </a:t>
            </a:r>
            <a:r>
              <a:rPr lang="en-PH" sz="2025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</a:t>
            </a:r>
            <a:r>
              <a:rPr sz="2025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embers</a:t>
            </a:r>
          </a:p>
          <a:p>
            <a:pPr marL="342900" indent="-342900">
              <a:buFont typeface="Arial" panose="020B0604020202020204" pitchFamily="34" charset="0"/>
              <a:buChar char="•"/>
              <a:defRPr sz="20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Aquino, Bon</a:t>
            </a:r>
          </a:p>
          <a:p>
            <a:pPr marL="342900" indent="-342900">
              <a:buFont typeface="Arial" panose="020B0604020202020204" pitchFamily="34" charset="0"/>
              <a:buChar char="•"/>
              <a:defRPr sz="20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Dela Cruz, Karl Matthew</a:t>
            </a:r>
          </a:p>
          <a:p>
            <a:pPr marL="342900" indent="-342900">
              <a:buFont typeface="Arial" panose="020B0604020202020204" pitchFamily="34" charset="0"/>
              <a:buChar char="•"/>
              <a:defRPr sz="20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Espinosa, Jose Miguel</a:t>
            </a:r>
          </a:p>
          <a:p>
            <a:pPr marL="342900" indent="-342900">
              <a:buFont typeface="Arial" panose="020B0604020202020204" pitchFamily="34" charset="0"/>
              <a:buChar char="•"/>
              <a:defRPr sz="20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Pineda, </a:t>
            </a:r>
            <a:r>
              <a:rPr sz="2025" b="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Dencel</a:t>
            </a:r>
            <a:endParaRPr sz="2025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86946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21293F-B1D8-4B63-BD75-CCE09058388A}"/>
              </a:ext>
            </a:extLst>
          </p:cNvPr>
          <p:cNvSpPr>
            <a:spLocks noGrp="1"/>
          </p:cNvSpPr>
          <p:nvPr/>
        </p:nvSpPr>
        <p:spPr>
          <a:xfrm>
            <a:off x="685800" y="476250"/>
            <a:ext cx="1082040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315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Console UI </a:t>
            </a:r>
            <a:r>
              <a:rPr lang="en-PH" sz="315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I</a:t>
            </a:r>
            <a:r>
              <a:rPr sz="3150" b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mplementation</a:t>
            </a:r>
            <a:endParaRPr sz="3150" b="1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9DA504-29B7-4D8C-96E8-22775538CA05}"/>
              </a:ext>
            </a:extLst>
          </p:cNvPr>
          <p:cNvSpPr>
            <a:spLocks noGrp="1"/>
          </p:cNvSpPr>
          <p:nvPr/>
        </p:nvSpPr>
        <p:spPr>
          <a:xfrm>
            <a:off x="785812" y="1088898"/>
            <a:ext cx="10620375" cy="8858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getConsoleSize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 detects the available Windows console width and height.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main() 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sets up the console, clears the screen, and hides the cursor.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buildFrame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() 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creates a blank text grid for every frame.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frame contains: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Welcome and developer information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Version date and title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Moving marquee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Bottom separator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Refresh status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Command prompt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Command output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putStr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() 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places text at specific rows and columns.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drawFrame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() 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moves the cursor back to the top-left and redraws the frame without scrolling.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cursor is restored when the program exits.</a:t>
            </a:r>
            <a:endParaRPr sz="1725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2C9F03-4B8A-987E-ABEE-8EA537952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6754" y="5118179"/>
            <a:ext cx="3520319" cy="12635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BC7B63-BBD7-A5E2-D9B2-8C359D9DF6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6232" y="5118179"/>
            <a:ext cx="4808280" cy="126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40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52BCAC-8209-D4CE-BA2A-A9900A4ED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6A7DF3-220D-3C85-2154-C3CA6AC2255A}"/>
              </a:ext>
            </a:extLst>
          </p:cNvPr>
          <p:cNvSpPr>
            <a:spLocks noGrp="1"/>
          </p:cNvSpPr>
          <p:nvPr/>
        </p:nvSpPr>
        <p:spPr>
          <a:xfrm>
            <a:off x="685800" y="476250"/>
            <a:ext cx="1082040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PH" sz="315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Command Interpreter Implementation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943B9E-86C5-3BE4-B959-9E85EA47C8DE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10820400" cy="8858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pollInput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() 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checks for keyboard input without stopping the animation.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_</a:t>
            </a: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kbhit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() 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detects whether a key is available, while 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_</a:t>
            </a: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getch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()  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reads it.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Printable characters are added to </a:t>
            </a: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currentInput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Backspace removes the last character.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Enter submits the command.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submitCommand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()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Removes unnecessary spaces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Converts the command name to lowercase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Separates the command from its argument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Executes commands such as 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help, </a:t>
            </a: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start_marquee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, </a:t>
            </a:r>
          </a:p>
          <a:p>
            <a:pPr lvl="1"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    </a:t>
            </a: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stop_marquee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, </a:t>
            </a: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set_text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, </a:t>
            </a: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set_speed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, exit 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Invalid commands display an error message.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set_speed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 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validates values from 1 to 60000 milliseconds.</a:t>
            </a:r>
            <a:endParaRPr sz="1725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33DAB-16F2-C476-1D70-1238D9DD41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5397" y="2276475"/>
            <a:ext cx="3800803" cy="3246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905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CCB14A-41DF-B674-DE02-CC6A153B4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0B20381-0588-492C-31E8-92E14E7B715A}"/>
              </a:ext>
            </a:extLst>
          </p:cNvPr>
          <p:cNvSpPr>
            <a:spLocks noGrp="1"/>
          </p:cNvSpPr>
          <p:nvPr/>
        </p:nvSpPr>
        <p:spPr>
          <a:xfrm>
            <a:off x="685800" y="476250"/>
            <a:ext cx="1082040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PH" sz="315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Display Implementation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0EF956-E928-04C8-6906-C78CE5766188}"/>
              </a:ext>
            </a:extLst>
          </p:cNvPr>
          <p:cNvSpPr>
            <a:spLocks noGrp="1"/>
          </p:cNvSpPr>
          <p:nvPr/>
        </p:nvSpPr>
        <p:spPr>
          <a:xfrm>
            <a:off x="685800" y="1707832"/>
            <a:ext cx="5696712" cy="8858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buildFrame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() 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creates a blank 2D text buffer using the current console width and height.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header, title, version date, marquee art, separators, status, prompt, and command output are placed into the buffer.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putStr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() 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writes each piece of text at a specific row and column.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marquee art is drawn using its current x and y position.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All rows are combined into one complete frame.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drawFrame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() 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prints the frame from the top-left corner, replacing the previous display instead of scrolling.</a:t>
            </a:r>
            <a:endParaRPr sz="1725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025C8C-DBE8-EE10-0E6A-2FB228E31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7815" y="1707832"/>
            <a:ext cx="4168385" cy="3442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8222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46A85B-8FCC-EEA4-CAD7-0015070B6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8C9C593-5550-D61C-E611-7E99A618778E}"/>
              </a:ext>
            </a:extLst>
          </p:cNvPr>
          <p:cNvSpPr>
            <a:spLocks noGrp="1"/>
          </p:cNvSpPr>
          <p:nvPr/>
        </p:nvSpPr>
        <p:spPr>
          <a:xfrm>
            <a:off x="685800" y="476250"/>
            <a:ext cx="1082040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PH" sz="315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Marquee Animation Logic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AAA6FC-BEB6-2D80-D164-42A4B6816278}"/>
              </a:ext>
            </a:extLst>
          </p:cNvPr>
          <p:cNvSpPr>
            <a:spLocks noGrp="1"/>
          </p:cNvSpPr>
          <p:nvPr/>
        </p:nvSpPr>
        <p:spPr>
          <a:xfrm>
            <a:off x="685800" y="1707832"/>
            <a:ext cx="6766560" cy="8858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marquee position is stored in </a:t>
            </a: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AppState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 using x and y.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vx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 and </a:t>
            </a: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vy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 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store the horizontal and vertical movement directions.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updateMotion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() 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calculates the available animation boundaries based on: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Console width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Console height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Marquee artwork size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Header and bottom separator positions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marquee moves one character at a time.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direction reverses when the artwork reaches an edge.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animation updates once every 10 rendered frames using 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ANIM_STEP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start_marquee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 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resumes movement, while </a:t>
            </a: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stop_marquee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 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pauses it.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set_text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replaces the artwork and resets its starting position.</a:t>
            </a:r>
            <a:endParaRPr sz="1725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94C58C-D6F5-1956-C01B-B4E8FB772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0932" y="1771944"/>
            <a:ext cx="3715268" cy="3972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4138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A5EF90-355E-55D4-CC2F-C724F55F9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5E48E58-2733-5674-E1F3-A1471D2039FD}"/>
              </a:ext>
            </a:extLst>
          </p:cNvPr>
          <p:cNvSpPr>
            <a:spLocks noGrp="1"/>
          </p:cNvSpPr>
          <p:nvPr/>
        </p:nvSpPr>
        <p:spPr>
          <a:xfrm>
            <a:off x="685800" y="476250"/>
            <a:ext cx="1082040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PH" sz="315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Finding the Balance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88EEE7-5F64-37E1-67A3-CA167A44B653}"/>
              </a:ext>
            </a:extLst>
          </p:cNvPr>
          <p:cNvSpPr>
            <a:spLocks noGrp="1"/>
          </p:cNvSpPr>
          <p:nvPr/>
        </p:nvSpPr>
        <p:spPr>
          <a:xfrm>
            <a:off x="685800" y="1442656"/>
            <a:ext cx="6766560" cy="8858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monitor refresh rate is targeted at 165 Hz.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default redraw interval is 6 </a:t>
            </a:r>
            <a:r>
              <a:rPr lang="en-US" sz="1725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ms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, calculated from 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1000 / 165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Keyboard input is polled every 1 </a:t>
            </a:r>
            <a:r>
              <a:rPr lang="en-US" sz="1725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ms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to reduce typing delay.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BASE_SLEEP_MS = 1 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prevents the main loop from using excessive CPU.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 </a:t>
            </a:r>
            <a:r>
              <a:rPr lang="en-US" sz="1725" b="1" i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set_speed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command allows different redraw intervals to be tested.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Test values such as 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1, 2, 4, 6, 8, 10, 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and </a:t>
            </a:r>
            <a:r>
              <a:rPr lang="en-US" sz="1725" b="1" i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16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milliseconds.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recommended setting is: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6 </a:t>
            </a:r>
            <a:r>
              <a:rPr lang="en-US" sz="1725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ms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refresh interval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1 </a:t>
            </a:r>
            <a:r>
              <a:rPr lang="en-US" sz="1725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ms</a:t>
            </a: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polling interval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refresh limit is the fastest setting before screen tearing, stuttering, or excessive CPU usage appears.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polling limit is the slowest setting, where typing still feels responsive.</a:t>
            </a:r>
          </a:p>
          <a:p>
            <a:pPr marL="285750" indent="-285750">
              <a:buFont typeface="Arial" panose="020B0604020202020204" pitchFamily="34" charset="0"/>
              <a:buChar char="•"/>
              <a:defRPr sz="172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725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Exact limits depend on the monitor, terminal, and computer hardware.</a:t>
            </a:r>
            <a:endParaRPr sz="1725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319136-F78A-0B6E-6B60-065E4A5DB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0049" y="2029968"/>
            <a:ext cx="3726151" cy="3236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24017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580</Words>
  <Application>Microsoft Office PowerPoint</Application>
  <DocSecurity>0</DocSecurity>
  <PresentationFormat>Widescreen</PresentationFormat>
  <Paragraphs>69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Jose Miguel  Z. Espinosa</cp:lastModifiedBy>
  <cp:revision>3</cp:revision>
  <dcterms:created xsi:type="dcterms:W3CDTF">2026-09-28T07:27:07Z</dcterms:created>
  <dcterms:modified xsi:type="dcterms:W3CDTF">2026-09-28T13:44:01Z</dcterms:modified>
</cp:coreProperties>
</file>