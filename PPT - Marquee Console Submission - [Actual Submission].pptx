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2" r:id="rId4"/>
    <p:sldId id="263" r:id="rId5"/>
    <p:sldId id="264" r:id="rId6"/>
    <p:sldId id="265" r:id="rId7"/>
    <p:sldId id="266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l Matthew Dela Cruz" userId="afd7fbc795c46ad9" providerId="LiveId" clId="{EABCF3CB-BEF9-4392-88E4-05668A4331AB}"/>
    <pc:docChg chg="custSel modSld">
      <pc:chgData name="Karl Matthew Dela Cruz" userId="afd7fbc795c46ad9" providerId="LiveId" clId="{EABCF3CB-BEF9-4392-88E4-05668A4331AB}" dt="2026-09-28T07:29:18.612" v="174" actId="20577"/>
      <pc:docMkLst>
        <pc:docMk/>
      </pc:docMkLst>
      <pc:sldChg chg="modSp mod">
        <pc:chgData name="Karl Matthew Dela Cruz" userId="afd7fbc795c46ad9" providerId="LiveId" clId="{EABCF3CB-BEF9-4392-88E4-05668A4331AB}" dt="2026-09-28T07:28:38.494" v="118" actId="1076"/>
        <pc:sldMkLst>
          <pc:docMk/>
          <pc:sldMk cId="54068130" sldId="258"/>
        </pc:sldMkLst>
        <pc:spChg chg="mod">
          <ac:chgData name="Karl Matthew Dela Cruz" userId="afd7fbc795c46ad9" providerId="LiveId" clId="{EABCF3CB-BEF9-4392-88E4-05668A4331AB}" dt="2026-09-28T07:28:33.401" v="117" actId="20577"/>
          <ac:spMkLst>
            <pc:docMk/>
            <pc:sldMk cId="54068130" sldId="258"/>
            <ac:spMk id="4" creationId="{FAE34C49-D143-485E-8838-0CDCB9F85848}"/>
          </ac:spMkLst>
        </pc:spChg>
        <pc:spChg chg="mod">
          <ac:chgData name="Karl Matthew Dela Cruz" userId="afd7fbc795c46ad9" providerId="LiveId" clId="{EABCF3CB-BEF9-4392-88E4-05668A4331AB}" dt="2026-09-28T07:28:38.494" v="118" actId="1076"/>
          <ac:spMkLst>
            <pc:docMk/>
            <pc:sldMk cId="54068130" sldId="258"/>
            <ac:spMk id="5" creationId="{8CA17FB6-71D5-41CD-B890-61BE47ED77B7}"/>
          </ac:spMkLst>
        </pc:spChg>
      </pc:sldChg>
      <pc:sldChg chg="modSp mod">
        <pc:chgData name="Karl Matthew Dela Cruz" userId="afd7fbc795c46ad9" providerId="LiveId" clId="{EABCF3CB-BEF9-4392-88E4-05668A4331AB}" dt="2026-09-28T07:29:18.612" v="174" actId="20577"/>
        <pc:sldMkLst>
          <pc:docMk/>
          <pc:sldMk cId="1820574644" sldId="260"/>
        </pc:sldMkLst>
        <pc:spChg chg="mod">
          <ac:chgData name="Karl Matthew Dela Cruz" userId="afd7fbc795c46ad9" providerId="LiveId" clId="{EABCF3CB-BEF9-4392-88E4-05668A4331AB}" dt="2026-09-28T07:29:18.612" v="174" actId="20577"/>
          <ac:spMkLst>
            <pc:docMk/>
            <pc:sldMk cId="1820574644" sldId="260"/>
            <ac:spMk id="4" creationId="{3CFFF386-1948-4AFA-8C2C-66618BCD7BF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4A173-43EC-A9C4-9F70-B712919C7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D6E9E4-E2B6-7ACB-1262-B2609F3172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71D3EF-0BB2-2F26-3BF5-C5CE999B53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C3AC3F-AF40-CE01-47B6-0C378336AFFC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77675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1E72-84E5-A0FF-5921-C3A9AAD80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8443D9-59FC-9B02-B3F3-5A14F61686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3176DF-3D5E-FE86-0B8D-86B4085F1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1890EE-C444-21D2-BF80-2DB9C6D6831C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068336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2DE46-B4AE-E740-BC5B-A49C45824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E55C93-5115-7C98-98C6-DA24588A00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E273C8-B98E-915C-8E8F-6C905F5E30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F7C782-E3D1-D8C7-4F9B-63FA4820F72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65322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FE11C-6642-C6AA-915B-73320B9EA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4DD837-F97E-951A-466D-F5C19779CB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D23171-AC63-ED69-BE58-5CAE43DD03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85AD57-DA0B-2C48-DAD0-EFDAC2B4261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117324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DBAF3E3-449E-4E28-81A7-8E14E32A199F}"/>
              </a:ext>
            </a:extLst>
          </p:cNvPr>
          <p:cNvSpPr>
            <a:spLocks noGrp="1"/>
          </p:cNvSpPr>
          <p:nvPr/>
        </p:nvSpPr>
        <p:spPr>
          <a:xfrm>
            <a:off x="762000" y="1076325"/>
            <a:ext cx="10668000" cy="876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0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PH" sz="4050" dirty="0">
                <a:solidFill>
                  <a:srgbClr val="202020"/>
                </a:solidFill>
                <a:latin typeface="Arial"/>
              </a:rPr>
              <a:t>CSOPESY Semi-Major Output 1</a:t>
            </a:r>
            <a:endParaRPr sz="4050" b="1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2D6A20-4461-464D-9C7D-7D622009547A}"/>
              </a:ext>
            </a:extLst>
          </p:cNvPr>
          <p:cNvSpPr>
            <a:spLocks noGrp="1"/>
          </p:cNvSpPr>
          <p:nvPr/>
        </p:nvSpPr>
        <p:spPr>
          <a:xfrm>
            <a:off x="800100" y="2076450"/>
            <a:ext cx="95250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325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Technical Report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48F4EE-AF8D-4D25-8CD8-6A8FDE32E866}"/>
              </a:ext>
            </a:extLst>
          </p:cNvPr>
          <p:cNvSpPr>
            <a:spLocks noGrp="1"/>
          </p:cNvSpPr>
          <p:nvPr/>
        </p:nvSpPr>
        <p:spPr>
          <a:xfrm>
            <a:off x="800100" y="3209925"/>
            <a:ext cx="10477500" cy="2428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Group </a:t>
            </a:r>
            <a:r>
              <a:rPr lang="en-PH" sz="2025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</a:t>
            </a:r>
            <a:r>
              <a:rPr sz="2025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embers</a:t>
            </a:r>
          </a:p>
          <a:p>
            <a:pPr marL="342900" indent="-342900">
              <a:buFont typeface="Arial" panose="020B0604020202020204" pitchFamily="34" charset="0"/>
              <a:buChar char="•"/>
              <a:defRPr sz="20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Aquino, Bon</a:t>
            </a:r>
          </a:p>
          <a:p>
            <a:pPr marL="342900" indent="-342900">
              <a:buFont typeface="Arial" panose="020B0604020202020204" pitchFamily="34" charset="0"/>
              <a:buChar char="•"/>
              <a:defRPr sz="20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Dela Cruz, Karl Matthew</a:t>
            </a:r>
          </a:p>
          <a:p>
            <a:pPr marL="342900" indent="-342900">
              <a:buFont typeface="Arial" panose="020B0604020202020204" pitchFamily="34" charset="0"/>
              <a:buChar char="•"/>
              <a:defRPr sz="20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Espinosa, Jose Miguel</a:t>
            </a:r>
          </a:p>
          <a:p>
            <a:pPr marL="342900" indent="-342900">
              <a:buFont typeface="Arial" panose="020B0604020202020204" pitchFamily="34" charset="0"/>
              <a:buChar char="•"/>
              <a:defRPr sz="20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Pineda, </a:t>
            </a:r>
            <a:r>
              <a:rPr sz="2025" b="0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Dencel</a:t>
            </a:r>
            <a:endParaRPr sz="2025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86946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21293F-B1D8-4B63-BD75-CCE09058388A}"/>
              </a:ext>
            </a:extLst>
          </p:cNvPr>
          <p:cNvSpPr>
            <a:spLocks noGrp="1"/>
          </p:cNvSpPr>
          <p:nvPr/>
        </p:nvSpPr>
        <p:spPr>
          <a:xfrm>
            <a:off x="685800" y="476250"/>
            <a:ext cx="1082040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315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Console UI </a:t>
            </a:r>
            <a:r>
              <a:rPr lang="en-PH" sz="315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I</a:t>
            </a:r>
            <a:r>
              <a:rPr sz="3150" b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mplementation</a:t>
            </a:r>
            <a:endParaRPr sz="3150" b="1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9DA504-29B7-4D8C-96E8-22775538CA05}"/>
              </a:ext>
            </a:extLst>
          </p:cNvPr>
          <p:cNvSpPr>
            <a:spLocks noGrp="1"/>
          </p:cNvSpPr>
          <p:nvPr/>
        </p:nvSpPr>
        <p:spPr>
          <a:xfrm>
            <a:off x="785812" y="1088898"/>
            <a:ext cx="10620375" cy="8858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UI fills the whole console window ( </a:t>
            </a: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getConsoleSize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() 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).</a:t>
            </a:r>
          </a:p>
          <a:p>
            <a:pPr marL="285750" indent="-285750" algn="just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Layout from top to bottom: header, marquee area,  ====  separator, status line, prompt, output.</a:t>
            </a:r>
          </a:p>
          <a:p>
            <a:pPr marL="285750" indent="-285750" algn="just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updateConsoleLayout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() 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recalculates the areas and keeps the marquee inside them.</a:t>
            </a:r>
          </a:p>
          <a:p>
            <a:pPr marL="285750" indent="-285750" algn="just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window size is checked every 100 </a:t>
            </a:r>
            <a:r>
              <a:rPr lang="en-US" sz="1725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ms.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On a resize, the screen is cleared and the layout is recalculated.</a:t>
            </a:r>
          </a:p>
          <a:p>
            <a:pPr marL="285750" indent="-285750" algn="just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window must be at least 60×25. The cursor is hidden while running and restored on exit.</a:t>
            </a:r>
            <a:endParaRPr sz="1725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1C0FC1E-50A8-54EF-D0F8-42323F128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228" y="3156940"/>
            <a:ext cx="6495544" cy="3057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40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52BCAC-8209-D4CE-BA2A-A9900A4ED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6A7DF3-220D-3C85-2154-C3CA6AC2255A}"/>
              </a:ext>
            </a:extLst>
          </p:cNvPr>
          <p:cNvSpPr>
            <a:spLocks noGrp="1"/>
          </p:cNvSpPr>
          <p:nvPr/>
        </p:nvSpPr>
        <p:spPr>
          <a:xfrm>
            <a:off x="685800" y="476250"/>
            <a:ext cx="1082040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PH" sz="315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Command Interpreter Implementation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943B9E-86C5-3BE4-B959-9E85EA47C8DE}"/>
              </a:ext>
            </a:extLst>
          </p:cNvPr>
          <p:cNvSpPr>
            <a:spLocks noGrp="1"/>
          </p:cNvSpPr>
          <p:nvPr/>
        </p:nvSpPr>
        <p:spPr>
          <a:xfrm>
            <a:off x="685800" y="1299210"/>
            <a:ext cx="10820400" cy="8858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pollInput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() 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reads keys with 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_</a:t>
            </a: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kbhit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() 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and 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_</a:t>
            </a: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getch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() 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without blocking, so the animation never waits for typing.</a:t>
            </a:r>
          </a:p>
          <a:p>
            <a:pPr marL="285750" indent="-285750" algn="just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Printable keys are added to the input, Backspace deletes, Enter submits, and arrow keys are ignored.</a:t>
            </a:r>
          </a:p>
          <a:p>
            <a:pPr marL="285750" indent="-285750" algn="just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submitCommand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() 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trims the input, splits the command from its argument, lowercases the command, then runs it.</a:t>
            </a:r>
          </a:p>
          <a:p>
            <a:pPr marL="285750" indent="-285750" algn="just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Unknown commands show an error, and wrong or extra arguments show a 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Usage: 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message. </a:t>
            </a: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set_speed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 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only accepts 1–60000.</a:t>
            </a:r>
            <a:endParaRPr sz="1725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C6912F-D6B6-733C-DC62-F5ABBCAE0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558" y="3429541"/>
            <a:ext cx="5662883" cy="2793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9053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CCB14A-41DF-B674-DE02-CC6A153B4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0B20381-0588-492C-31E8-92E14E7B715A}"/>
              </a:ext>
            </a:extLst>
          </p:cNvPr>
          <p:cNvSpPr>
            <a:spLocks noGrp="1"/>
          </p:cNvSpPr>
          <p:nvPr/>
        </p:nvSpPr>
        <p:spPr>
          <a:xfrm>
            <a:off x="685800" y="476250"/>
            <a:ext cx="1082040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PH" sz="315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Display Implementation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0EF956-E928-04C8-6906-C78CE5766188}"/>
              </a:ext>
            </a:extLst>
          </p:cNvPr>
          <p:cNvSpPr>
            <a:spLocks noGrp="1"/>
          </p:cNvSpPr>
          <p:nvPr/>
        </p:nvSpPr>
        <p:spPr>
          <a:xfrm>
            <a:off x="685800" y="1351216"/>
            <a:ext cx="10820400" cy="8858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buildFrame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() 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creates a blank text grid the size of the console on every redraw.</a:t>
            </a:r>
          </a:p>
          <a:p>
            <a:pPr marL="285750" indent="-285750" algn="just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putStr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() 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writes text at a given row and column, cut off at the grid edges.</a:t>
            </a:r>
          </a:p>
          <a:p>
            <a:pPr marL="285750" indent="-285750" algn="just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Drawing order: header, marquee art at (x, y) with spaces left transparent, separator, status, prompt with input and  _ , output.</a:t>
            </a:r>
          </a:p>
          <a:p>
            <a:pPr marL="285750" indent="-285750" algn="just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output area sizes itself to the message (1–7 lines), and the marquee gets the remaining rows.</a:t>
            </a:r>
          </a:p>
          <a:p>
            <a:pPr marL="285750" indent="-285750" algn="just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All rows are joined into one string. </a:t>
            </a: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drawFrame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() 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moves the cursor to (0,0) and overwrites the screen, so nothing scrolls.</a:t>
            </a:r>
            <a:endParaRPr sz="1725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0B7A5F-42B8-EB28-C09A-8A8178162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8225" y="3554449"/>
            <a:ext cx="5155550" cy="247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38222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46A85B-8FCC-EEA4-CAD7-0015070B6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8C9C593-5550-D61C-E611-7E99A618778E}"/>
              </a:ext>
            </a:extLst>
          </p:cNvPr>
          <p:cNvSpPr>
            <a:spLocks noGrp="1"/>
          </p:cNvSpPr>
          <p:nvPr/>
        </p:nvSpPr>
        <p:spPr>
          <a:xfrm>
            <a:off x="685800" y="476250"/>
            <a:ext cx="1082040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PH" sz="315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Marquee Animation Logic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AAA6FC-BEB6-2D80-D164-42A4B6816278}"/>
              </a:ext>
            </a:extLst>
          </p:cNvPr>
          <p:cNvSpPr>
            <a:spLocks noGrp="1"/>
          </p:cNvSpPr>
          <p:nvPr/>
        </p:nvSpPr>
        <p:spPr>
          <a:xfrm>
            <a:off x="685800" y="1296352"/>
            <a:ext cx="10820400" cy="8858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AppState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stores the position (x, y) and the direction (</a:t>
            </a:r>
            <a:r>
              <a:rPr lang="en-US" sz="1725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vx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, </a:t>
            </a:r>
            <a:r>
              <a:rPr lang="en-US" sz="1725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vy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, each +1 or −1).</a:t>
            </a:r>
          </a:p>
          <a:p>
            <a:pPr marL="285750" indent="-285750" algn="just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art moves one cell per redraw, so its speed is set by the refresh interval ( </a:t>
            </a: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set_speed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 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).</a:t>
            </a:r>
          </a:p>
          <a:p>
            <a:pPr marL="285750" indent="-285750" algn="just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Bounds: x goes from 0 to </a:t>
            </a:r>
            <a:r>
              <a:rPr lang="en-US" sz="1725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consoleW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− art width, and y from </a:t>
            </a:r>
            <a:r>
              <a:rPr lang="en-US" sz="1725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marqueeTop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to </a:t>
            </a:r>
            <a:r>
              <a:rPr lang="en-US" sz="1725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marqueeBottom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− art height + 1.</a:t>
            </a:r>
          </a:p>
          <a:p>
            <a:pPr marL="285750" indent="-285750" algn="just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At an edge, the direction flips and the position is pulled back inside, so the art bounces.</a:t>
            </a:r>
          </a:p>
          <a:p>
            <a:pPr marL="285750" indent="-285750" algn="just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After a resize or an output change, the art is pulled back inside the marquee area.</a:t>
            </a:r>
          </a:p>
          <a:p>
            <a:pPr marL="285750" indent="-285750" algn="just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stop_marquee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 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only pauses movement; the screen keeps refreshing. </a:t>
            </a: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set_text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replaces the art and restarts it near the top-left.</a:t>
            </a:r>
            <a:endParaRPr sz="1725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099BE4-EFA0-FACB-7A2A-86BEA09F37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4825" y="3748184"/>
            <a:ext cx="8962350" cy="198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4138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A5EF90-355E-55D4-CC2F-C724F55F9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5E48E58-2733-5674-E1F3-A1471D2039FD}"/>
              </a:ext>
            </a:extLst>
          </p:cNvPr>
          <p:cNvSpPr>
            <a:spLocks noGrp="1"/>
          </p:cNvSpPr>
          <p:nvPr/>
        </p:nvSpPr>
        <p:spPr>
          <a:xfrm>
            <a:off x="685800" y="476250"/>
            <a:ext cx="1082040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PH" sz="315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Finding the Balance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88EEE7-5F64-37E1-67A3-CA167A44B653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10820400" cy="8858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set_speed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 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changes both the redraw rate and the marquee speed.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Measured on this PC (Ryzen 5 5600G): 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Sleep(1) 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actually takes about 15.8 </a:t>
            </a:r>
            <a:r>
              <a:rPr lang="en-US" sz="1725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ms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(Windows' default timer), so the loop only runs about 63 times a second. That gives about 63 FPS at 6 </a:t>
            </a:r>
            <a:r>
              <a:rPr lang="en-US" sz="1725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ms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, and input is really polled about every 16 </a:t>
            </a:r>
            <a:r>
              <a:rPr lang="en-US" sz="1725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ms.</a:t>
            </a:r>
            <a:endParaRPr lang="en-US" sz="1725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Measured </a:t>
            </a: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set_speed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 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results: 1–15 </a:t>
            </a:r>
            <a:r>
              <a:rPr lang="en-US" sz="1725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ms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all give about 63 FPS, 16 gives about 52, 17 about 31, and 33 about 21.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Recommended for this PC: keep the 6 </a:t>
            </a:r>
            <a:r>
              <a:rPr lang="en-US" sz="1725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ms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refresh (any value up to 15 </a:t>
            </a:r>
            <a:r>
              <a:rPr lang="en-US" sz="1725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ms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reaches the maximum) and the 1 </a:t>
            </a:r>
            <a:r>
              <a:rPr lang="en-US" sz="1725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ms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polling.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Limits: No tearing or flicker even at 1 </a:t>
            </a:r>
            <a:r>
              <a:rPr lang="en-US" sz="1725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ms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and typing lag noticeable at 500ms.</a:t>
            </a:r>
            <a:endParaRPr sz="1725" b="1" i="1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C4D78D-7B53-604D-7B52-09E5395787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19" y="4035198"/>
            <a:ext cx="5699761" cy="1876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240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mo">
            <a:hlinkClick r:id="" action="ppaction://media"/>
            <a:extLst>
              <a:ext uri="{FF2B5EF4-FFF2-40B4-BE49-F238E27FC236}">
                <a16:creationId xmlns:a16="http://schemas.microsoft.com/office/drawing/2014/main" id="{41C81543-E87B-0DD7-A50A-56DD902B7CF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474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0625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595</Words>
  <Application>Microsoft Office PowerPoint</Application>
  <DocSecurity>0</DocSecurity>
  <PresentationFormat>Widescreen</PresentationFormat>
  <Paragraphs>37</Paragraphs>
  <Slides>7</Slides>
  <Notes>6</Notes>
  <HiddenSlides>0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Jose Miguel  Z. Espinosa</cp:lastModifiedBy>
  <cp:revision>5</cp:revision>
  <dcterms:created xsi:type="dcterms:W3CDTF">2026-09-28T07:27:07Z</dcterms:created>
  <dcterms:modified xsi:type="dcterms:W3CDTF">2026-09-28T15:28:48Z</dcterms:modified>
</cp:coreProperties>
</file>